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nton" charset="1" panose="00000500000000000000"/>
      <p:regular r:id="rId7"/>
    </p:embeddedFont>
    <p:embeddedFont>
      <p:font typeface="Roboto Mono Bold Italics" charset="1" panose="00000000000000000000"/>
      <p:regular r:id="rId8"/>
    </p:embeddedFont>
    <p:embeddedFont>
      <p:font typeface="Roboto Mono" charset="1" panose="00000000000000000000"/>
      <p:regular r:id="rId9"/>
    </p:embeddedFont>
    <p:embeddedFont>
      <p:font typeface="Canva Sans Bold" charset="1" panose="020B0803030501040103"/>
      <p:regular r:id="rId10"/>
    </p:embeddedFont>
    <p:embeddedFont>
      <p:font typeface="Canva Sans" charset="1" panose="020B05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5968" y="-580404"/>
            <a:ext cx="22876567" cy="11447809"/>
            <a:chOff x="0" y="0"/>
            <a:chExt cx="30502090" cy="1526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38345" y="0"/>
              <a:ext cx="15263745" cy="15263745"/>
            </a:xfrm>
            <a:custGeom>
              <a:avLst/>
              <a:gdLst/>
              <a:ahLst/>
              <a:cxnLst/>
              <a:rect r="r" b="b" t="t" l="l"/>
              <a:pathLst>
                <a:path h="15263745" w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208643" y="638734"/>
            <a:ext cx="11269732" cy="9009533"/>
            <a:chOff x="0" y="0"/>
            <a:chExt cx="3594948" cy="2873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94948" cy="2873964"/>
            </a:xfrm>
            <a:custGeom>
              <a:avLst/>
              <a:gdLst/>
              <a:ahLst/>
              <a:cxnLst/>
              <a:rect r="r" b="b" t="t" l="l"/>
              <a:pathLst>
                <a:path h="2873964" w="3594948">
                  <a:moveTo>
                    <a:pt x="24731" y="0"/>
                  </a:moveTo>
                  <a:lnTo>
                    <a:pt x="3570218" y="0"/>
                  </a:lnTo>
                  <a:cubicBezTo>
                    <a:pt x="3583876" y="0"/>
                    <a:pt x="3594948" y="11072"/>
                    <a:pt x="3594948" y="24731"/>
                  </a:cubicBezTo>
                  <a:lnTo>
                    <a:pt x="3594948" y="2849233"/>
                  </a:lnTo>
                  <a:cubicBezTo>
                    <a:pt x="3594948" y="2862892"/>
                    <a:pt x="3583876" y="2873964"/>
                    <a:pt x="3570218" y="2873964"/>
                  </a:cubicBezTo>
                  <a:lnTo>
                    <a:pt x="24731" y="2873964"/>
                  </a:lnTo>
                  <a:cubicBezTo>
                    <a:pt x="11072" y="2873964"/>
                    <a:pt x="0" y="2862892"/>
                    <a:pt x="0" y="2849233"/>
                  </a:cubicBezTo>
                  <a:lnTo>
                    <a:pt x="0" y="24731"/>
                  </a:lnTo>
                  <a:cubicBezTo>
                    <a:pt x="0" y="11072"/>
                    <a:pt x="11072" y="0"/>
                    <a:pt x="24731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94948" cy="291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65893" y="1021907"/>
            <a:ext cx="3962051" cy="3640894"/>
            <a:chOff x="0" y="0"/>
            <a:chExt cx="6160484" cy="5661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1754" cy="5661126"/>
            </a:xfrm>
            <a:custGeom>
              <a:avLst/>
              <a:gdLst/>
              <a:ahLst/>
              <a:cxnLst/>
              <a:rect r="r" b="b" t="t" l="l"/>
              <a:pathLst>
                <a:path h="5661126" w="6161754">
                  <a:moveTo>
                    <a:pt x="5806872" y="0"/>
                  </a:moveTo>
                  <a:lnTo>
                    <a:pt x="353612" y="0"/>
                  </a:lnTo>
                  <a:cubicBezTo>
                    <a:pt x="157708" y="0"/>
                    <a:pt x="0" y="144925"/>
                    <a:pt x="0" y="324949"/>
                  </a:cubicBezTo>
                  <a:lnTo>
                    <a:pt x="0" y="5337310"/>
                  </a:lnTo>
                  <a:cubicBezTo>
                    <a:pt x="0" y="5516201"/>
                    <a:pt x="157708" y="5661126"/>
                    <a:pt x="353612" y="5661126"/>
                  </a:cubicBezTo>
                  <a:lnTo>
                    <a:pt x="5808104" y="5661126"/>
                  </a:lnTo>
                  <a:cubicBezTo>
                    <a:pt x="6002775" y="5661126"/>
                    <a:pt x="6161754" y="5516201"/>
                    <a:pt x="6161754" y="5336177"/>
                  </a:cubicBezTo>
                  <a:lnTo>
                    <a:pt x="6161754" y="324949"/>
                  </a:lnTo>
                  <a:cubicBezTo>
                    <a:pt x="6160484" y="144925"/>
                    <a:pt x="6002775" y="0"/>
                    <a:pt x="580687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686" r="0" b="-415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06395" y="315937"/>
            <a:ext cx="622305" cy="531788"/>
          </a:xfrm>
          <a:custGeom>
            <a:avLst/>
            <a:gdLst/>
            <a:ahLst/>
            <a:cxnLst/>
            <a:rect r="r" b="b" t="t" l="l"/>
            <a:pathLst>
              <a:path h="531788" w="622305">
                <a:moveTo>
                  <a:pt x="0" y="0"/>
                </a:moveTo>
                <a:lnTo>
                  <a:pt x="622305" y="0"/>
                </a:lnTo>
                <a:lnTo>
                  <a:pt x="622305" y="531788"/>
                </a:lnTo>
                <a:lnTo>
                  <a:pt x="0" y="531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1411127" y="651774"/>
            <a:ext cx="0" cy="88622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1647579" y="1922145"/>
            <a:ext cx="437827" cy="430663"/>
          </a:xfrm>
          <a:custGeom>
            <a:avLst/>
            <a:gdLst/>
            <a:ahLst/>
            <a:cxnLst/>
            <a:rect r="r" b="b" t="t" l="l"/>
            <a:pathLst>
              <a:path h="430663" w="437827">
                <a:moveTo>
                  <a:pt x="0" y="0"/>
                </a:moveTo>
                <a:lnTo>
                  <a:pt x="437827" y="0"/>
                </a:lnTo>
                <a:lnTo>
                  <a:pt x="437827" y="430663"/>
                </a:lnTo>
                <a:lnTo>
                  <a:pt x="0" y="4306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47579" y="7217612"/>
            <a:ext cx="437827" cy="434643"/>
          </a:xfrm>
          <a:custGeom>
            <a:avLst/>
            <a:gdLst/>
            <a:ahLst/>
            <a:cxnLst/>
            <a:rect r="r" b="b" t="t" l="l"/>
            <a:pathLst>
              <a:path h="434643" w="437827">
                <a:moveTo>
                  <a:pt x="0" y="0"/>
                </a:moveTo>
                <a:lnTo>
                  <a:pt x="437827" y="0"/>
                </a:lnTo>
                <a:lnTo>
                  <a:pt x="437827" y="434643"/>
                </a:lnTo>
                <a:lnTo>
                  <a:pt x="0" y="4346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647579" y="4474380"/>
            <a:ext cx="437827" cy="437827"/>
          </a:xfrm>
          <a:custGeom>
            <a:avLst/>
            <a:gdLst/>
            <a:ahLst/>
            <a:cxnLst/>
            <a:rect r="r" b="b" t="t" l="l"/>
            <a:pathLst>
              <a:path h="437827" w="437827">
                <a:moveTo>
                  <a:pt x="0" y="0"/>
                </a:moveTo>
                <a:lnTo>
                  <a:pt x="437827" y="0"/>
                </a:lnTo>
                <a:lnTo>
                  <a:pt x="437827" y="437827"/>
                </a:lnTo>
                <a:lnTo>
                  <a:pt x="0" y="4378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68302" y="5768700"/>
            <a:ext cx="491220" cy="491220"/>
          </a:xfrm>
          <a:custGeom>
            <a:avLst/>
            <a:gdLst/>
            <a:ahLst/>
            <a:cxnLst/>
            <a:rect r="r" b="b" t="t" l="l"/>
            <a:pathLst>
              <a:path h="491220" w="491220">
                <a:moveTo>
                  <a:pt x="0" y="0"/>
                </a:moveTo>
                <a:lnTo>
                  <a:pt x="491220" y="0"/>
                </a:lnTo>
                <a:lnTo>
                  <a:pt x="491220" y="491220"/>
                </a:lnTo>
                <a:lnTo>
                  <a:pt x="0" y="4912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79231" y="8130277"/>
            <a:ext cx="491357" cy="491357"/>
          </a:xfrm>
          <a:custGeom>
            <a:avLst/>
            <a:gdLst/>
            <a:ahLst/>
            <a:cxnLst/>
            <a:rect r="r" b="b" t="t" l="l"/>
            <a:pathLst>
              <a:path h="491357" w="491357">
                <a:moveTo>
                  <a:pt x="0" y="0"/>
                </a:moveTo>
                <a:lnTo>
                  <a:pt x="491357" y="0"/>
                </a:lnTo>
                <a:lnTo>
                  <a:pt x="491357" y="491357"/>
                </a:lnTo>
                <a:lnTo>
                  <a:pt x="0" y="4913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07658" y="3399325"/>
            <a:ext cx="517670" cy="370840"/>
          </a:xfrm>
          <a:custGeom>
            <a:avLst/>
            <a:gdLst/>
            <a:ahLst/>
            <a:cxnLst/>
            <a:rect r="r" b="b" t="t" l="l"/>
            <a:pathLst>
              <a:path h="370840" w="517670">
                <a:moveTo>
                  <a:pt x="0" y="0"/>
                </a:moveTo>
                <a:lnTo>
                  <a:pt x="517670" y="0"/>
                </a:lnTo>
                <a:lnTo>
                  <a:pt x="517670" y="370840"/>
                </a:lnTo>
                <a:lnTo>
                  <a:pt x="0" y="3708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76726" y="7598865"/>
            <a:ext cx="4833072" cy="1878762"/>
          </a:xfrm>
          <a:custGeom>
            <a:avLst/>
            <a:gdLst/>
            <a:ahLst/>
            <a:cxnLst/>
            <a:rect r="r" b="b" t="t" l="l"/>
            <a:pathLst>
              <a:path h="1878762" w="4833072">
                <a:moveTo>
                  <a:pt x="0" y="0"/>
                </a:moveTo>
                <a:lnTo>
                  <a:pt x="4833072" y="0"/>
                </a:lnTo>
                <a:lnTo>
                  <a:pt x="4833072" y="1878762"/>
                </a:lnTo>
                <a:lnTo>
                  <a:pt x="0" y="18787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74583" r="0" b="-8266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8346" y="1114425"/>
            <a:ext cx="5311673" cy="194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0"/>
              </a:lnSpc>
              <a:spcBef>
                <a:spcPct val="0"/>
              </a:spcBef>
            </a:pPr>
            <a:r>
              <a:rPr lang="en-US" sz="5000">
                <a:solidFill>
                  <a:srgbClr val="004E7A"/>
                </a:solidFill>
                <a:latin typeface="Anton"/>
                <a:ea typeface="Anton"/>
                <a:cs typeface="Anton"/>
                <a:sym typeface="Anton"/>
              </a:rPr>
              <a:t>WIRELESS EMERGENCY ALER</a:t>
            </a:r>
            <a:r>
              <a:rPr lang="en-US" sz="5000" strike="noStrike" u="none">
                <a:solidFill>
                  <a:srgbClr val="004E7A"/>
                </a:solidFill>
                <a:latin typeface="Anton"/>
                <a:ea typeface="Anton"/>
                <a:cs typeface="Anton"/>
                <a:sym typeface="Anton"/>
              </a:rPr>
              <a:t>T SYSTEM FOR LIVE PERFORMERS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8346" y="3185202"/>
            <a:ext cx="5740298" cy="290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499" i="true" b="true">
                <a:solidFill>
                  <a:srgbClr val="211F1C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Problem</a:t>
            </a:r>
          </a:p>
          <a:p>
            <a:pPr algn="l" marL="410209" indent="-205105" lvl="1">
              <a:lnSpc>
                <a:spcPts val="2792"/>
              </a:lnSpc>
              <a:buFont typeface="Arial"/>
              <a:buChar char="•"/>
            </a:pPr>
            <a:r>
              <a:rPr lang="en-US" sz="189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In live shows, artists struggle to silently and quickly notify technical teams of urgent issues.</a:t>
            </a:r>
          </a:p>
          <a:p>
            <a:pPr algn="l" marL="410209" indent="-205105" lvl="1">
              <a:lnSpc>
                <a:spcPts val="2792"/>
              </a:lnSpc>
              <a:buFont typeface="Arial"/>
              <a:buChar char="•"/>
            </a:pPr>
            <a:r>
              <a:rPr lang="en-US" sz="189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Noise, chaos, and poor visibility make traditional hand signals or shouting ineffective — resulting in delays and disrupted performances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6395" y="6534389"/>
            <a:ext cx="5373623" cy="275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b="true">
                <a:solidFill>
                  <a:srgbClr val="211F1C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Solution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 wearable device with a main centre button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Silently notifies the crew in real-time via a web-based dashboard.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Ensure zero disruption to the flow of the performance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6902" y="1077595"/>
            <a:ext cx="3962051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0"/>
              </a:lnSpc>
              <a:spcBef>
                <a:spcPct val="0"/>
              </a:spcBef>
            </a:pPr>
            <a:r>
              <a:rPr lang="en-US" sz="5000">
                <a:solidFill>
                  <a:srgbClr val="004E7A"/>
                </a:solidFill>
                <a:latin typeface="Anton"/>
                <a:ea typeface="Anton"/>
                <a:cs typeface="Anton"/>
                <a:sym typeface="Anton"/>
              </a:rPr>
              <a:t>Key </a:t>
            </a:r>
            <a:r>
              <a:rPr lang="en-US" sz="5000">
                <a:solidFill>
                  <a:srgbClr val="004E7A"/>
                </a:solidFill>
                <a:latin typeface="Anton"/>
                <a:ea typeface="Anton"/>
                <a:cs typeface="Anton"/>
                <a:sym typeface="Anton"/>
              </a:rPr>
              <a:t>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05408" y="1874520"/>
            <a:ext cx="505389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Instant </a:t>
            </a: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Alerts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 - Instant alert with performer’s name &amp; timestamp with a single press of a button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05408" y="4426755"/>
            <a:ext cx="505389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Responsive Dashboar</a:t>
            </a: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 – Use on desktop, tablet, or phone — no app required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05408" y="5799193"/>
            <a:ext cx="505389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QR-Base</a:t>
            </a: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Sharing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 – Easy dashboard access via dynamic QR code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05408" y="7112372"/>
            <a:ext cx="505389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 Network Detection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 – Smart IP identification for easy setup.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05408" y="3351700"/>
            <a:ext cx="505389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Audible Notification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 – Audio buzz to ensure crew attention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52456" y="4921793"/>
            <a:ext cx="4715796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performer presses a wearable button, triggering a Wi-Fi alert sent to a local Flask server, which instantly updates a real-time crew dashboard accessible via QR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05408" y="8082652"/>
            <a:ext cx="505389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Tab-bas</a:t>
            </a:r>
            <a:r>
              <a:rPr lang="en-US" sz="2300" b="true">
                <a:solidFill>
                  <a:srgbClr val="211F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 UI – </a:t>
            </a:r>
            <a:r>
              <a:rPr lang="en-US" sz="2300">
                <a:solidFill>
                  <a:srgbClr val="211F1C"/>
                </a:solidFill>
                <a:latin typeface="Canva Sans"/>
                <a:ea typeface="Canva Sans"/>
                <a:cs typeface="Canva Sans"/>
                <a:sym typeface="Canva Sans"/>
              </a:rPr>
              <a:t>Simple controls for sound &amp; 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DAGs0c4FpEU</dc:identifier>
  <dcterms:modified xsi:type="dcterms:W3CDTF">2011-08-01T06:04:30Z</dcterms:modified>
  <cp:revision>1</cp:revision>
  <dc:title>Wireless Emergency Alert System for Live Performers</dc:title>
</cp:coreProperties>
</file>